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767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75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4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230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479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116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080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789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591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522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417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DDE8A-C53F-43E5-B219-FC758A4AF4F6}" type="datetimeFigureOut">
              <a:rPr lang="en-ID" smtClean="0"/>
              <a:t>05/04/2024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8FC1-FDE1-4D00-8FA2-786F3036AAF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003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dqwdqw</a:t>
            </a:r>
            <a:endParaRPr lang="en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/>
              <a:t>qwdqw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9365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qwdqw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qwdqw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179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dqwdqw</vt:lpstr>
      <vt:lpstr>qwdqw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dqwdqw</dc:title>
  <dc:creator>USER PC</dc:creator>
  <cp:lastModifiedBy>USER PC</cp:lastModifiedBy>
  <cp:revision>1</cp:revision>
  <dcterms:created xsi:type="dcterms:W3CDTF">2024-04-05T03:52:52Z</dcterms:created>
  <dcterms:modified xsi:type="dcterms:W3CDTF">2024-04-05T03:53:23Z</dcterms:modified>
</cp:coreProperties>
</file>